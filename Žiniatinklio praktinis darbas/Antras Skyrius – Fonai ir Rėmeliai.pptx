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3" r:id="rId10"/>
    <p:sldId id="269" r:id="rId11"/>
    <p:sldId id="270" r:id="rId12"/>
    <p:sldId id="262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F08D39-5D28-45A1-BDD9-42108572BE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5B668D-A06E-4CE7-BA00-B458410EFAC8}">
      <dgm:prSet/>
      <dgm:spPr/>
      <dgm:t>
        <a:bodyPr/>
        <a:lstStyle/>
        <a:p>
          <a:r>
            <a:rPr lang="lt-LT"/>
            <a:t>Tema</a:t>
          </a:r>
          <a:endParaRPr lang="en-US"/>
        </a:p>
      </dgm:t>
    </dgm:pt>
    <dgm:pt modelId="{B8EAE245-11EB-420C-A3C9-9FFB5706767F}" type="parTrans" cxnId="{147B26EC-2201-453A-8466-DE38622D2AD1}">
      <dgm:prSet/>
      <dgm:spPr/>
      <dgm:t>
        <a:bodyPr/>
        <a:lstStyle/>
        <a:p>
          <a:endParaRPr lang="en-US"/>
        </a:p>
      </dgm:t>
    </dgm:pt>
    <dgm:pt modelId="{90B0A98D-2D27-4AA9-ADF5-B64DBD08A9C5}" type="sibTrans" cxnId="{147B26EC-2201-453A-8466-DE38622D2AD1}">
      <dgm:prSet/>
      <dgm:spPr/>
      <dgm:t>
        <a:bodyPr/>
        <a:lstStyle/>
        <a:p>
          <a:endParaRPr lang="en-US"/>
        </a:p>
      </dgm:t>
    </dgm:pt>
    <dgm:pt modelId="{C285B92B-69BC-43A9-8093-33D3BB7D71BE}">
      <dgm:prSet/>
      <dgm:spPr/>
      <dgm:t>
        <a:bodyPr/>
        <a:lstStyle/>
        <a:p>
          <a:r>
            <a:rPr lang="lt-LT"/>
            <a:t>Problema</a:t>
          </a:r>
          <a:endParaRPr lang="en-US"/>
        </a:p>
      </dgm:t>
    </dgm:pt>
    <dgm:pt modelId="{3D8109F4-60A7-4E38-82E2-B9E08CC63E24}" type="parTrans" cxnId="{9176E153-8583-43E5-8F58-E59D9FDC6276}">
      <dgm:prSet/>
      <dgm:spPr/>
      <dgm:t>
        <a:bodyPr/>
        <a:lstStyle/>
        <a:p>
          <a:endParaRPr lang="en-US"/>
        </a:p>
      </dgm:t>
    </dgm:pt>
    <dgm:pt modelId="{83D28896-01AA-49B7-93BE-ED389339F170}" type="sibTrans" cxnId="{9176E153-8583-43E5-8F58-E59D9FDC6276}">
      <dgm:prSet/>
      <dgm:spPr/>
      <dgm:t>
        <a:bodyPr/>
        <a:lstStyle/>
        <a:p>
          <a:endParaRPr lang="en-US"/>
        </a:p>
      </dgm:t>
    </dgm:pt>
    <dgm:pt modelId="{2C6E5D06-E402-454F-908C-A8A3641C4909}">
      <dgm:prSet/>
      <dgm:spPr/>
      <dgm:t>
        <a:bodyPr/>
        <a:lstStyle/>
        <a:p>
          <a:r>
            <a:rPr lang="lt-LT"/>
            <a:t>Sprendimas</a:t>
          </a:r>
          <a:endParaRPr lang="en-US"/>
        </a:p>
      </dgm:t>
    </dgm:pt>
    <dgm:pt modelId="{84009FC1-BC43-44EE-ADC2-3A817924E771}" type="parTrans" cxnId="{36DB0452-B779-4E43-9538-1984F2857F7C}">
      <dgm:prSet/>
      <dgm:spPr/>
      <dgm:t>
        <a:bodyPr/>
        <a:lstStyle/>
        <a:p>
          <a:endParaRPr lang="en-US"/>
        </a:p>
      </dgm:t>
    </dgm:pt>
    <dgm:pt modelId="{B412D508-5AFA-422E-8A5D-2280A1BD41C7}" type="sibTrans" cxnId="{36DB0452-B779-4E43-9538-1984F2857F7C}">
      <dgm:prSet/>
      <dgm:spPr/>
      <dgm:t>
        <a:bodyPr/>
        <a:lstStyle/>
        <a:p>
          <a:endParaRPr lang="en-US"/>
        </a:p>
      </dgm:t>
    </dgm:pt>
    <dgm:pt modelId="{084EA882-502D-4586-977F-0D44D7C6F293}">
      <dgm:prSet/>
      <dgm:spPr/>
      <dgm:t>
        <a:bodyPr/>
        <a:lstStyle/>
        <a:p>
          <a:r>
            <a:rPr lang="lt-LT"/>
            <a:t>Pavyzdžiai</a:t>
          </a:r>
          <a:endParaRPr lang="en-US"/>
        </a:p>
      </dgm:t>
    </dgm:pt>
    <dgm:pt modelId="{50042208-69D8-4EE4-8516-8103A212B203}" type="parTrans" cxnId="{DBD3619B-4E1B-4EDD-B478-956FA1C16BC8}">
      <dgm:prSet/>
      <dgm:spPr/>
      <dgm:t>
        <a:bodyPr/>
        <a:lstStyle/>
        <a:p>
          <a:endParaRPr lang="en-US"/>
        </a:p>
      </dgm:t>
    </dgm:pt>
    <dgm:pt modelId="{24EBA03E-AC86-413E-A839-DF93D94E7DCB}" type="sibTrans" cxnId="{DBD3619B-4E1B-4EDD-B478-956FA1C16BC8}">
      <dgm:prSet/>
      <dgm:spPr/>
      <dgm:t>
        <a:bodyPr/>
        <a:lstStyle/>
        <a:p>
          <a:endParaRPr lang="en-US"/>
        </a:p>
      </dgm:t>
    </dgm:pt>
    <dgm:pt modelId="{75742422-A51C-4A4B-BD89-CB477F91AB49}">
      <dgm:prSet/>
      <dgm:spPr/>
      <dgm:t>
        <a:bodyPr/>
        <a:lstStyle/>
        <a:p>
          <a:r>
            <a:rPr lang="lt-LT"/>
            <a:t>Išvados ir Šaltiniai</a:t>
          </a:r>
          <a:endParaRPr lang="en-US"/>
        </a:p>
      </dgm:t>
    </dgm:pt>
    <dgm:pt modelId="{DBE63F28-C9C7-44AD-AB6D-D181A659AFA6}" type="parTrans" cxnId="{1FB5A480-A0AE-407C-AFDA-0144DE95E958}">
      <dgm:prSet/>
      <dgm:spPr/>
      <dgm:t>
        <a:bodyPr/>
        <a:lstStyle/>
        <a:p>
          <a:endParaRPr lang="en-US"/>
        </a:p>
      </dgm:t>
    </dgm:pt>
    <dgm:pt modelId="{19BE9652-44FE-470A-8B49-72048E259447}" type="sibTrans" cxnId="{1FB5A480-A0AE-407C-AFDA-0144DE95E958}">
      <dgm:prSet/>
      <dgm:spPr/>
      <dgm:t>
        <a:bodyPr/>
        <a:lstStyle/>
        <a:p>
          <a:endParaRPr lang="en-US"/>
        </a:p>
      </dgm:t>
    </dgm:pt>
    <dgm:pt modelId="{E446921E-4ED1-4BFB-83D2-8A4BA2CC7D22}" type="pres">
      <dgm:prSet presAssocID="{6BF08D39-5D28-45A1-BDD9-42108572BEFB}" presName="linear" presStyleCnt="0">
        <dgm:presLayoutVars>
          <dgm:animLvl val="lvl"/>
          <dgm:resizeHandles val="exact"/>
        </dgm:presLayoutVars>
      </dgm:prSet>
      <dgm:spPr/>
    </dgm:pt>
    <dgm:pt modelId="{239C070C-4C6F-4505-9F1B-2ABC5AD5B6C9}" type="pres">
      <dgm:prSet presAssocID="{0D5B668D-A06E-4CE7-BA00-B458410EFA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00C4DCF-461B-47D1-BFBC-282C51C8EC01}" type="pres">
      <dgm:prSet presAssocID="{90B0A98D-2D27-4AA9-ADF5-B64DBD08A9C5}" presName="spacer" presStyleCnt="0"/>
      <dgm:spPr/>
    </dgm:pt>
    <dgm:pt modelId="{4DF67ADB-104E-4428-B8CD-F30275C30017}" type="pres">
      <dgm:prSet presAssocID="{C285B92B-69BC-43A9-8093-33D3BB7D71B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AB8B0FC-A1E4-4BCB-B125-92E371E16F9E}" type="pres">
      <dgm:prSet presAssocID="{83D28896-01AA-49B7-93BE-ED389339F170}" presName="spacer" presStyleCnt="0"/>
      <dgm:spPr/>
    </dgm:pt>
    <dgm:pt modelId="{64922DB0-0CCD-4CC8-8E77-2915AE60689D}" type="pres">
      <dgm:prSet presAssocID="{2C6E5D06-E402-454F-908C-A8A3641C490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000111D-7A6B-4082-AF9C-A1CC38F99BC3}" type="pres">
      <dgm:prSet presAssocID="{B412D508-5AFA-422E-8A5D-2280A1BD41C7}" presName="spacer" presStyleCnt="0"/>
      <dgm:spPr/>
    </dgm:pt>
    <dgm:pt modelId="{57931518-4451-4D60-9C77-53062CB68D37}" type="pres">
      <dgm:prSet presAssocID="{084EA882-502D-4586-977F-0D44D7C6F29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DC63CA8-090D-49B0-BE04-A7C9582A03A7}" type="pres">
      <dgm:prSet presAssocID="{24EBA03E-AC86-413E-A839-DF93D94E7DCB}" presName="spacer" presStyleCnt="0"/>
      <dgm:spPr/>
    </dgm:pt>
    <dgm:pt modelId="{8CBF5C31-39F5-443F-A6A1-03B0A0EE14C6}" type="pres">
      <dgm:prSet presAssocID="{75742422-A51C-4A4B-BD89-CB477F91AB4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D229F6B-9D22-4AF1-92FA-C25998B3FBF3}" type="presOf" srcId="{2C6E5D06-E402-454F-908C-A8A3641C4909}" destId="{64922DB0-0CCD-4CC8-8E77-2915AE60689D}" srcOrd="0" destOrd="0" presId="urn:microsoft.com/office/officeart/2005/8/layout/vList2"/>
    <dgm:cxn modelId="{B242AB4C-730B-4DE8-8CD5-3FD6C888591B}" type="presOf" srcId="{75742422-A51C-4A4B-BD89-CB477F91AB49}" destId="{8CBF5C31-39F5-443F-A6A1-03B0A0EE14C6}" srcOrd="0" destOrd="0" presId="urn:microsoft.com/office/officeart/2005/8/layout/vList2"/>
    <dgm:cxn modelId="{B8958371-8592-488C-9BDE-4682B198F297}" type="presOf" srcId="{0D5B668D-A06E-4CE7-BA00-B458410EFAC8}" destId="{239C070C-4C6F-4505-9F1B-2ABC5AD5B6C9}" srcOrd="0" destOrd="0" presId="urn:microsoft.com/office/officeart/2005/8/layout/vList2"/>
    <dgm:cxn modelId="{36DB0452-B779-4E43-9538-1984F2857F7C}" srcId="{6BF08D39-5D28-45A1-BDD9-42108572BEFB}" destId="{2C6E5D06-E402-454F-908C-A8A3641C4909}" srcOrd="2" destOrd="0" parTransId="{84009FC1-BC43-44EE-ADC2-3A817924E771}" sibTransId="{B412D508-5AFA-422E-8A5D-2280A1BD41C7}"/>
    <dgm:cxn modelId="{9176E153-8583-43E5-8F58-E59D9FDC6276}" srcId="{6BF08D39-5D28-45A1-BDD9-42108572BEFB}" destId="{C285B92B-69BC-43A9-8093-33D3BB7D71BE}" srcOrd="1" destOrd="0" parTransId="{3D8109F4-60A7-4E38-82E2-B9E08CC63E24}" sibTransId="{83D28896-01AA-49B7-93BE-ED389339F170}"/>
    <dgm:cxn modelId="{B467EB58-B14B-410B-8D5A-02C1869D626B}" type="presOf" srcId="{084EA882-502D-4586-977F-0D44D7C6F293}" destId="{57931518-4451-4D60-9C77-53062CB68D37}" srcOrd="0" destOrd="0" presId="urn:microsoft.com/office/officeart/2005/8/layout/vList2"/>
    <dgm:cxn modelId="{1FB5A480-A0AE-407C-AFDA-0144DE95E958}" srcId="{6BF08D39-5D28-45A1-BDD9-42108572BEFB}" destId="{75742422-A51C-4A4B-BD89-CB477F91AB49}" srcOrd="4" destOrd="0" parTransId="{DBE63F28-C9C7-44AD-AB6D-D181A659AFA6}" sibTransId="{19BE9652-44FE-470A-8B49-72048E259447}"/>
    <dgm:cxn modelId="{7B7AE286-377E-487D-A0FF-BA08F573E7B7}" type="presOf" srcId="{6BF08D39-5D28-45A1-BDD9-42108572BEFB}" destId="{E446921E-4ED1-4BFB-83D2-8A4BA2CC7D22}" srcOrd="0" destOrd="0" presId="urn:microsoft.com/office/officeart/2005/8/layout/vList2"/>
    <dgm:cxn modelId="{16E68499-2FF9-470F-8947-B0BC548A4AD9}" type="presOf" srcId="{C285B92B-69BC-43A9-8093-33D3BB7D71BE}" destId="{4DF67ADB-104E-4428-B8CD-F30275C30017}" srcOrd="0" destOrd="0" presId="urn:microsoft.com/office/officeart/2005/8/layout/vList2"/>
    <dgm:cxn modelId="{DBD3619B-4E1B-4EDD-B478-956FA1C16BC8}" srcId="{6BF08D39-5D28-45A1-BDD9-42108572BEFB}" destId="{084EA882-502D-4586-977F-0D44D7C6F293}" srcOrd="3" destOrd="0" parTransId="{50042208-69D8-4EE4-8516-8103A212B203}" sibTransId="{24EBA03E-AC86-413E-A839-DF93D94E7DCB}"/>
    <dgm:cxn modelId="{147B26EC-2201-453A-8466-DE38622D2AD1}" srcId="{6BF08D39-5D28-45A1-BDD9-42108572BEFB}" destId="{0D5B668D-A06E-4CE7-BA00-B458410EFAC8}" srcOrd="0" destOrd="0" parTransId="{B8EAE245-11EB-420C-A3C9-9FFB5706767F}" sibTransId="{90B0A98D-2D27-4AA9-ADF5-B64DBD08A9C5}"/>
    <dgm:cxn modelId="{17FC40D7-534C-44A3-8EDC-E07D098D05D2}" type="presParOf" srcId="{E446921E-4ED1-4BFB-83D2-8A4BA2CC7D22}" destId="{239C070C-4C6F-4505-9F1B-2ABC5AD5B6C9}" srcOrd="0" destOrd="0" presId="urn:microsoft.com/office/officeart/2005/8/layout/vList2"/>
    <dgm:cxn modelId="{D79B7C55-A395-4FD0-80A5-AA9C6F8A9020}" type="presParOf" srcId="{E446921E-4ED1-4BFB-83D2-8A4BA2CC7D22}" destId="{800C4DCF-461B-47D1-BFBC-282C51C8EC01}" srcOrd="1" destOrd="0" presId="urn:microsoft.com/office/officeart/2005/8/layout/vList2"/>
    <dgm:cxn modelId="{0108CDF2-6208-4945-8690-5A5F76B2A421}" type="presParOf" srcId="{E446921E-4ED1-4BFB-83D2-8A4BA2CC7D22}" destId="{4DF67ADB-104E-4428-B8CD-F30275C30017}" srcOrd="2" destOrd="0" presId="urn:microsoft.com/office/officeart/2005/8/layout/vList2"/>
    <dgm:cxn modelId="{59B557D7-ECFA-4E7E-B428-16EC5AB62BFF}" type="presParOf" srcId="{E446921E-4ED1-4BFB-83D2-8A4BA2CC7D22}" destId="{FAB8B0FC-A1E4-4BCB-B125-92E371E16F9E}" srcOrd="3" destOrd="0" presId="urn:microsoft.com/office/officeart/2005/8/layout/vList2"/>
    <dgm:cxn modelId="{752A4BF6-CC39-4E1B-8DBF-8897346162E1}" type="presParOf" srcId="{E446921E-4ED1-4BFB-83D2-8A4BA2CC7D22}" destId="{64922DB0-0CCD-4CC8-8E77-2915AE60689D}" srcOrd="4" destOrd="0" presId="urn:microsoft.com/office/officeart/2005/8/layout/vList2"/>
    <dgm:cxn modelId="{44DCEE0F-13D8-4D0D-A55E-75CC6C394454}" type="presParOf" srcId="{E446921E-4ED1-4BFB-83D2-8A4BA2CC7D22}" destId="{D000111D-7A6B-4082-AF9C-A1CC38F99BC3}" srcOrd="5" destOrd="0" presId="urn:microsoft.com/office/officeart/2005/8/layout/vList2"/>
    <dgm:cxn modelId="{55CCE304-0197-48B9-BD78-25DE2CBF1039}" type="presParOf" srcId="{E446921E-4ED1-4BFB-83D2-8A4BA2CC7D22}" destId="{57931518-4451-4D60-9C77-53062CB68D37}" srcOrd="6" destOrd="0" presId="urn:microsoft.com/office/officeart/2005/8/layout/vList2"/>
    <dgm:cxn modelId="{FDEEBF99-6E9C-497B-9D20-07366EACC615}" type="presParOf" srcId="{E446921E-4ED1-4BFB-83D2-8A4BA2CC7D22}" destId="{8DC63CA8-090D-49B0-BE04-A7C9582A03A7}" srcOrd="7" destOrd="0" presId="urn:microsoft.com/office/officeart/2005/8/layout/vList2"/>
    <dgm:cxn modelId="{51F3A6D1-FBDD-45AA-ACD4-DF7CF2FF1C13}" type="presParOf" srcId="{E446921E-4ED1-4BFB-83D2-8A4BA2CC7D22}" destId="{8CBF5C31-39F5-443F-A6A1-03B0A0EE14C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14CC90-B532-4406-A008-3D7A78358D0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8B937D5-A7DA-4938-A403-C6C08CEF4506}">
      <dgm:prSet/>
      <dgm:spPr/>
      <dgm:t>
        <a:bodyPr/>
        <a:lstStyle/>
        <a:p>
          <a:r>
            <a:rPr lang="en-US"/>
            <a:t>Paprasti tinklalapio elementai gali atrodyti nuobodūs.</a:t>
          </a:r>
        </a:p>
      </dgm:t>
    </dgm:pt>
    <dgm:pt modelId="{189B2F69-32BF-44E5-8690-2175261881D5}" type="parTrans" cxnId="{43483CFA-ABCC-48C0-A96D-FD76A6872DA6}">
      <dgm:prSet/>
      <dgm:spPr/>
      <dgm:t>
        <a:bodyPr/>
        <a:lstStyle/>
        <a:p>
          <a:endParaRPr lang="en-US"/>
        </a:p>
      </dgm:t>
    </dgm:pt>
    <dgm:pt modelId="{F402D121-E0CC-4B4D-B97C-30BCD05A7D58}" type="sibTrans" cxnId="{43483CFA-ABCC-48C0-A96D-FD76A6872DA6}">
      <dgm:prSet/>
      <dgm:spPr/>
      <dgm:t>
        <a:bodyPr/>
        <a:lstStyle/>
        <a:p>
          <a:endParaRPr lang="en-US"/>
        </a:p>
      </dgm:t>
    </dgm:pt>
    <dgm:pt modelId="{85099EF1-6F7A-4356-8F05-4E1891F5831E}">
      <dgm:prSet/>
      <dgm:spPr/>
      <dgm:t>
        <a:bodyPr/>
        <a:lstStyle/>
        <a:p>
          <a:r>
            <a:rPr lang="en-US"/>
            <a:t>Sudėtingam dizainui dažnai naudojami papildomi paveikslėliai.</a:t>
          </a:r>
        </a:p>
      </dgm:t>
    </dgm:pt>
    <dgm:pt modelId="{AFE277F5-9AAF-4496-A0D5-B011642ECF46}" type="parTrans" cxnId="{37AAFCCD-A109-4E60-A24D-F43AA551A3AA}">
      <dgm:prSet/>
      <dgm:spPr/>
      <dgm:t>
        <a:bodyPr/>
        <a:lstStyle/>
        <a:p>
          <a:endParaRPr lang="en-US"/>
        </a:p>
      </dgm:t>
    </dgm:pt>
    <dgm:pt modelId="{978185EB-FD8C-444A-A265-0D30698B2820}" type="sibTrans" cxnId="{37AAFCCD-A109-4E60-A24D-F43AA551A3AA}">
      <dgm:prSet/>
      <dgm:spPr/>
      <dgm:t>
        <a:bodyPr/>
        <a:lstStyle/>
        <a:p>
          <a:endParaRPr lang="en-US"/>
        </a:p>
      </dgm:t>
    </dgm:pt>
    <dgm:pt modelId="{9A307974-5357-43B1-90E0-3A63B880F236}">
      <dgm:prSet/>
      <dgm:spPr/>
      <dgm:t>
        <a:bodyPr/>
        <a:lstStyle/>
        <a:p>
          <a:r>
            <a:rPr lang="en-US"/>
            <a:t>Permatomų kraštinių, pasikartojančių raštų ir sudėtingų formų kūrimas gali būti nelengvas.</a:t>
          </a:r>
        </a:p>
      </dgm:t>
    </dgm:pt>
    <dgm:pt modelId="{C3767F5F-EA50-4B55-BA42-DFF5E2A28276}" type="parTrans" cxnId="{73447856-F755-4D58-8AE8-A77B594B0EB7}">
      <dgm:prSet/>
      <dgm:spPr/>
      <dgm:t>
        <a:bodyPr/>
        <a:lstStyle/>
        <a:p>
          <a:endParaRPr lang="en-US"/>
        </a:p>
      </dgm:t>
    </dgm:pt>
    <dgm:pt modelId="{4E039B31-8768-4175-9996-A10CD5916D92}" type="sibTrans" cxnId="{73447856-F755-4D58-8AE8-A77B594B0EB7}">
      <dgm:prSet/>
      <dgm:spPr/>
      <dgm:t>
        <a:bodyPr/>
        <a:lstStyle/>
        <a:p>
          <a:endParaRPr lang="en-US"/>
        </a:p>
      </dgm:t>
    </dgm:pt>
    <dgm:pt modelId="{0165DF13-C8E4-4118-AC02-4B8E812DFAA4}" type="pres">
      <dgm:prSet presAssocID="{C814CC90-B532-4406-A008-3D7A78358D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B1E339A-4F05-4C40-9F33-8C3DE13083B2}" type="pres">
      <dgm:prSet presAssocID="{98B937D5-A7DA-4938-A403-C6C08CEF4506}" presName="hierRoot1" presStyleCnt="0"/>
      <dgm:spPr/>
    </dgm:pt>
    <dgm:pt modelId="{98A0920C-ECF7-494F-B395-0254C51A1AD3}" type="pres">
      <dgm:prSet presAssocID="{98B937D5-A7DA-4938-A403-C6C08CEF4506}" presName="composite" presStyleCnt="0"/>
      <dgm:spPr/>
    </dgm:pt>
    <dgm:pt modelId="{93966178-992D-462E-B1CC-C977B0E1D9BA}" type="pres">
      <dgm:prSet presAssocID="{98B937D5-A7DA-4938-A403-C6C08CEF4506}" presName="background" presStyleLbl="node0" presStyleIdx="0" presStyleCnt="3"/>
      <dgm:spPr/>
    </dgm:pt>
    <dgm:pt modelId="{BDE9EF8C-E0EE-4FF7-84EB-C40FAFDB3840}" type="pres">
      <dgm:prSet presAssocID="{98B937D5-A7DA-4938-A403-C6C08CEF4506}" presName="text" presStyleLbl="fgAcc0" presStyleIdx="0" presStyleCnt="3">
        <dgm:presLayoutVars>
          <dgm:chPref val="3"/>
        </dgm:presLayoutVars>
      </dgm:prSet>
      <dgm:spPr/>
    </dgm:pt>
    <dgm:pt modelId="{9DC281AE-CA33-465C-AC7E-21533E16F740}" type="pres">
      <dgm:prSet presAssocID="{98B937D5-A7DA-4938-A403-C6C08CEF4506}" presName="hierChild2" presStyleCnt="0"/>
      <dgm:spPr/>
    </dgm:pt>
    <dgm:pt modelId="{038C2428-6F03-4408-9A7C-D25D9E7ED98A}" type="pres">
      <dgm:prSet presAssocID="{85099EF1-6F7A-4356-8F05-4E1891F5831E}" presName="hierRoot1" presStyleCnt="0"/>
      <dgm:spPr/>
    </dgm:pt>
    <dgm:pt modelId="{AA8B3997-EC8B-4639-8C30-7962307AB84C}" type="pres">
      <dgm:prSet presAssocID="{85099EF1-6F7A-4356-8F05-4E1891F5831E}" presName="composite" presStyleCnt="0"/>
      <dgm:spPr/>
    </dgm:pt>
    <dgm:pt modelId="{640AF459-68EE-41A8-A5FA-D4F3BADD4983}" type="pres">
      <dgm:prSet presAssocID="{85099EF1-6F7A-4356-8F05-4E1891F5831E}" presName="background" presStyleLbl="node0" presStyleIdx="1" presStyleCnt="3"/>
      <dgm:spPr/>
    </dgm:pt>
    <dgm:pt modelId="{AAC9A5F9-9190-4ECE-B26E-17EE2BF88263}" type="pres">
      <dgm:prSet presAssocID="{85099EF1-6F7A-4356-8F05-4E1891F5831E}" presName="text" presStyleLbl="fgAcc0" presStyleIdx="1" presStyleCnt="3">
        <dgm:presLayoutVars>
          <dgm:chPref val="3"/>
        </dgm:presLayoutVars>
      </dgm:prSet>
      <dgm:spPr/>
    </dgm:pt>
    <dgm:pt modelId="{80EB81EB-3050-4646-AF61-9BA3DB56C484}" type="pres">
      <dgm:prSet presAssocID="{85099EF1-6F7A-4356-8F05-4E1891F5831E}" presName="hierChild2" presStyleCnt="0"/>
      <dgm:spPr/>
    </dgm:pt>
    <dgm:pt modelId="{7360AE62-AB17-4ED6-BED0-3D6CCF52BE6D}" type="pres">
      <dgm:prSet presAssocID="{9A307974-5357-43B1-90E0-3A63B880F236}" presName="hierRoot1" presStyleCnt="0"/>
      <dgm:spPr/>
    </dgm:pt>
    <dgm:pt modelId="{FAA25DCB-6229-4E71-A8C5-C4C08A445E6D}" type="pres">
      <dgm:prSet presAssocID="{9A307974-5357-43B1-90E0-3A63B880F236}" presName="composite" presStyleCnt="0"/>
      <dgm:spPr/>
    </dgm:pt>
    <dgm:pt modelId="{29CF28CD-C83C-4A92-98C1-015CA300E37E}" type="pres">
      <dgm:prSet presAssocID="{9A307974-5357-43B1-90E0-3A63B880F236}" presName="background" presStyleLbl="node0" presStyleIdx="2" presStyleCnt="3"/>
      <dgm:spPr/>
    </dgm:pt>
    <dgm:pt modelId="{77436C56-5097-4C2F-BE4A-173C6A7F2A6E}" type="pres">
      <dgm:prSet presAssocID="{9A307974-5357-43B1-90E0-3A63B880F236}" presName="text" presStyleLbl="fgAcc0" presStyleIdx="2" presStyleCnt="3">
        <dgm:presLayoutVars>
          <dgm:chPref val="3"/>
        </dgm:presLayoutVars>
      </dgm:prSet>
      <dgm:spPr/>
    </dgm:pt>
    <dgm:pt modelId="{72125D26-6CE6-4F60-AA2F-939A07B8C775}" type="pres">
      <dgm:prSet presAssocID="{9A307974-5357-43B1-90E0-3A63B880F236}" presName="hierChild2" presStyleCnt="0"/>
      <dgm:spPr/>
    </dgm:pt>
  </dgm:ptLst>
  <dgm:cxnLst>
    <dgm:cxn modelId="{7231D94E-B30E-459C-ACB8-3F1676A30304}" type="presOf" srcId="{9A307974-5357-43B1-90E0-3A63B880F236}" destId="{77436C56-5097-4C2F-BE4A-173C6A7F2A6E}" srcOrd="0" destOrd="0" presId="urn:microsoft.com/office/officeart/2005/8/layout/hierarchy1"/>
    <dgm:cxn modelId="{73447856-F755-4D58-8AE8-A77B594B0EB7}" srcId="{C814CC90-B532-4406-A008-3D7A78358D0E}" destId="{9A307974-5357-43B1-90E0-3A63B880F236}" srcOrd="2" destOrd="0" parTransId="{C3767F5F-EA50-4B55-BA42-DFF5E2A28276}" sibTransId="{4E039B31-8768-4175-9996-A10CD5916D92}"/>
    <dgm:cxn modelId="{D5F9EFB7-8CAF-46A3-A09C-616EED5D629F}" type="presOf" srcId="{98B937D5-A7DA-4938-A403-C6C08CEF4506}" destId="{BDE9EF8C-E0EE-4FF7-84EB-C40FAFDB3840}" srcOrd="0" destOrd="0" presId="urn:microsoft.com/office/officeart/2005/8/layout/hierarchy1"/>
    <dgm:cxn modelId="{2D5339C9-4BA4-45F3-A9C7-36E1776C5149}" type="presOf" srcId="{85099EF1-6F7A-4356-8F05-4E1891F5831E}" destId="{AAC9A5F9-9190-4ECE-B26E-17EE2BF88263}" srcOrd="0" destOrd="0" presId="urn:microsoft.com/office/officeart/2005/8/layout/hierarchy1"/>
    <dgm:cxn modelId="{37AAFCCD-A109-4E60-A24D-F43AA551A3AA}" srcId="{C814CC90-B532-4406-A008-3D7A78358D0E}" destId="{85099EF1-6F7A-4356-8F05-4E1891F5831E}" srcOrd="1" destOrd="0" parTransId="{AFE277F5-9AAF-4496-A0D5-B011642ECF46}" sibTransId="{978185EB-FD8C-444A-A265-0D30698B2820}"/>
    <dgm:cxn modelId="{B76FF1D4-5409-455D-9786-DABD9B2E4C20}" type="presOf" srcId="{C814CC90-B532-4406-A008-3D7A78358D0E}" destId="{0165DF13-C8E4-4118-AC02-4B8E812DFAA4}" srcOrd="0" destOrd="0" presId="urn:microsoft.com/office/officeart/2005/8/layout/hierarchy1"/>
    <dgm:cxn modelId="{43483CFA-ABCC-48C0-A96D-FD76A6872DA6}" srcId="{C814CC90-B532-4406-A008-3D7A78358D0E}" destId="{98B937D5-A7DA-4938-A403-C6C08CEF4506}" srcOrd="0" destOrd="0" parTransId="{189B2F69-32BF-44E5-8690-2175261881D5}" sibTransId="{F402D121-E0CC-4B4D-B97C-30BCD05A7D58}"/>
    <dgm:cxn modelId="{9DA14180-AD79-49A0-9D2E-72D14821FE08}" type="presParOf" srcId="{0165DF13-C8E4-4118-AC02-4B8E812DFAA4}" destId="{FB1E339A-4F05-4C40-9F33-8C3DE13083B2}" srcOrd="0" destOrd="0" presId="urn:microsoft.com/office/officeart/2005/8/layout/hierarchy1"/>
    <dgm:cxn modelId="{A65A925A-F2D4-4FCD-9008-5DBA5C765B37}" type="presParOf" srcId="{FB1E339A-4F05-4C40-9F33-8C3DE13083B2}" destId="{98A0920C-ECF7-494F-B395-0254C51A1AD3}" srcOrd="0" destOrd="0" presId="urn:microsoft.com/office/officeart/2005/8/layout/hierarchy1"/>
    <dgm:cxn modelId="{EF3C548D-7022-4879-96A9-5D7A2293A7D3}" type="presParOf" srcId="{98A0920C-ECF7-494F-B395-0254C51A1AD3}" destId="{93966178-992D-462E-B1CC-C977B0E1D9BA}" srcOrd="0" destOrd="0" presId="urn:microsoft.com/office/officeart/2005/8/layout/hierarchy1"/>
    <dgm:cxn modelId="{C8D36B25-8286-414F-96F7-53A8440C1318}" type="presParOf" srcId="{98A0920C-ECF7-494F-B395-0254C51A1AD3}" destId="{BDE9EF8C-E0EE-4FF7-84EB-C40FAFDB3840}" srcOrd="1" destOrd="0" presId="urn:microsoft.com/office/officeart/2005/8/layout/hierarchy1"/>
    <dgm:cxn modelId="{EC86B951-42A6-4A2D-B722-250AB4F04C8C}" type="presParOf" srcId="{FB1E339A-4F05-4C40-9F33-8C3DE13083B2}" destId="{9DC281AE-CA33-465C-AC7E-21533E16F740}" srcOrd="1" destOrd="0" presId="urn:microsoft.com/office/officeart/2005/8/layout/hierarchy1"/>
    <dgm:cxn modelId="{8AAF74A9-E1D7-4D17-9E54-F2E337FC98E6}" type="presParOf" srcId="{0165DF13-C8E4-4118-AC02-4B8E812DFAA4}" destId="{038C2428-6F03-4408-9A7C-D25D9E7ED98A}" srcOrd="1" destOrd="0" presId="urn:microsoft.com/office/officeart/2005/8/layout/hierarchy1"/>
    <dgm:cxn modelId="{B64984A8-75CF-463F-8E40-5ABCCCC21186}" type="presParOf" srcId="{038C2428-6F03-4408-9A7C-D25D9E7ED98A}" destId="{AA8B3997-EC8B-4639-8C30-7962307AB84C}" srcOrd="0" destOrd="0" presId="urn:microsoft.com/office/officeart/2005/8/layout/hierarchy1"/>
    <dgm:cxn modelId="{CC6DEA57-BEF5-4338-A707-5D7A981BB96F}" type="presParOf" srcId="{AA8B3997-EC8B-4639-8C30-7962307AB84C}" destId="{640AF459-68EE-41A8-A5FA-D4F3BADD4983}" srcOrd="0" destOrd="0" presId="urn:microsoft.com/office/officeart/2005/8/layout/hierarchy1"/>
    <dgm:cxn modelId="{8FF5F2B5-3647-42E9-B0B8-78C02C17DACD}" type="presParOf" srcId="{AA8B3997-EC8B-4639-8C30-7962307AB84C}" destId="{AAC9A5F9-9190-4ECE-B26E-17EE2BF88263}" srcOrd="1" destOrd="0" presId="urn:microsoft.com/office/officeart/2005/8/layout/hierarchy1"/>
    <dgm:cxn modelId="{1BBF0B12-F08E-4B1A-B4E4-708A2D6018A6}" type="presParOf" srcId="{038C2428-6F03-4408-9A7C-D25D9E7ED98A}" destId="{80EB81EB-3050-4646-AF61-9BA3DB56C484}" srcOrd="1" destOrd="0" presId="urn:microsoft.com/office/officeart/2005/8/layout/hierarchy1"/>
    <dgm:cxn modelId="{C7A8FB46-2901-429A-A5CB-D5E023D37DB1}" type="presParOf" srcId="{0165DF13-C8E4-4118-AC02-4B8E812DFAA4}" destId="{7360AE62-AB17-4ED6-BED0-3D6CCF52BE6D}" srcOrd="2" destOrd="0" presId="urn:microsoft.com/office/officeart/2005/8/layout/hierarchy1"/>
    <dgm:cxn modelId="{923F538D-EFB4-41A5-85B1-E062738531FA}" type="presParOf" srcId="{7360AE62-AB17-4ED6-BED0-3D6CCF52BE6D}" destId="{FAA25DCB-6229-4E71-A8C5-C4C08A445E6D}" srcOrd="0" destOrd="0" presId="urn:microsoft.com/office/officeart/2005/8/layout/hierarchy1"/>
    <dgm:cxn modelId="{750784CF-ABFE-42B8-A16B-03E945879347}" type="presParOf" srcId="{FAA25DCB-6229-4E71-A8C5-C4C08A445E6D}" destId="{29CF28CD-C83C-4A92-98C1-015CA300E37E}" srcOrd="0" destOrd="0" presId="urn:microsoft.com/office/officeart/2005/8/layout/hierarchy1"/>
    <dgm:cxn modelId="{8ABA448C-545F-4712-8ACB-E7FA53D6084C}" type="presParOf" srcId="{FAA25DCB-6229-4E71-A8C5-C4C08A445E6D}" destId="{77436C56-5097-4C2F-BE4A-173C6A7F2A6E}" srcOrd="1" destOrd="0" presId="urn:microsoft.com/office/officeart/2005/8/layout/hierarchy1"/>
    <dgm:cxn modelId="{2CFDB543-45FF-4EBA-BCF9-1B3C8FFB13CB}" type="presParOf" srcId="{7360AE62-AB17-4ED6-BED0-3D6CCF52BE6D}" destId="{72125D26-6CE6-4F60-AA2F-939A07B8C7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C070C-4C6F-4505-9F1B-2ABC5AD5B6C9}">
      <dsp:nvSpPr>
        <dsp:cNvPr id="0" name=""/>
        <dsp:cNvSpPr/>
      </dsp:nvSpPr>
      <dsp:spPr>
        <a:xfrm>
          <a:off x="0" y="49529"/>
          <a:ext cx="9942513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3200" kern="1200"/>
            <a:t>Tema</a:t>
          </a:r>
          <a:endParaRPr lang="en-US" sz="3200" kern="1200"/>
        </a:p>
      </dsp:txBody>
      <dsp:txXfrm>
        <a:off x="37467" y="86996"/>
        <a:ext cx="9867579" cy="692586"/>
      </dsp:txXfrm>
    </dsp:sp>
    <dsp:sp modelId="{4DF67ADB-104E-4428-B8CD-F30275C30017}">
      <dsp:nvSpPr>
        <dsp:cNvPr id="0" name=""/>
        <dsp:cNvSpPr/>
      </dsp:nvSpPr>
      <dsp:spPr>
        <a:xfrm>
          <a:off x="0" y="909209"/>
          <a:ext cx="9942513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3200" kern="1200"/>
            <a:t>Problema</a:t>
          </a:r>
          <a:endParaRPr lang="en-US" sz="3200" kern="1200"/>
        </a:p>
      </dsp:txBody>
      <dsp:txXfrm>
        <a:off x="37467" y="946676"/>
        <a:ext cx="9867579" cy="692586"/>
      </dsp:txXfrm>
    </dsp:sp>
    <dsp:sp modelId="{64922DB0-0CCD-4CC8-8E77-2915AE60689D}">
      <dsp:nvSpPr>
        <dsp:cNvPr id="0" name=""/>
        <dsp:cNvSpPr/>
      </dsp:nvSpPr>
      <dsp:spPr>
        <a:xfrm>
          <a:off x="0" y="1768889"/>
          <a:ext cx="9942513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3200" kern="1200"/>
            <a:t>Sprendimas</a:t>
          </a:r>
          <a:endParaRPr lang="en-US" sz="3200" kern="1200"/>
        </a:p>
      </dsp:txBody>
      <dsp:txXfrm>
        <a:off x="37467" y="1806356"/>
        <a:ext cx="9867579" cy="692586"/>
      </dsp:txXfrm>
    </dsp:sp>
    <dsp:sp modelId="{57931518-4451-4D60-9C77-53062CB68D37}">
      <dsp:nvSpPr>
        <dsp:cNvPr id="0" name=""/>
        <dsp:cNvSpPr/>
      </dsp:nvSpPr>
      <dsp:spPr>
        <a:xfrm>
          <a:off x="0" y="2628570"/>
          <a:ext cx="9942513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3200" kern="1200"/>
            <a:t>Pavyzdžiai</a:t>
          </a:r>
          <a:endParaRPr lang="en-US" sz="3200" kern="1200"/>
        </a:p>
      </dsp:txBody>
      <dsp:txXfrm>
        <a:off x="37467" y="2666037"/>
        <a:ext cx="9867579" cy="692586"/>
      </dsp:txXfrm>
    </dsp:sp>
    <dsp:sp modelId="{8CBF5C31-39F5-443F-A6A1-03B0A0EE14C6}">
      <dsp:nvSpPr>
        <dsp:cNvPr id="0" name=""/>
        <dsp:cNvSpPr/>
      </dsp:nvSpPr>
      <dsp:spPr>
        <a:xfrm>
          <a:off x="0" y="3488250"/>
          <a:ext cx="9942513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3200" kern="1200"/>
            <a:t>Išvados ir Šaltiniai</a:t>
          </a:r>
          <a:endParaRPr lang="en-US" sz="3200" kern="1200"/>
        </a:p>
      </dsp:txBody>
      <dsp:txXfrm>
        <a:off x="37467" y="3525717"/>
        <a:ext cx="9867579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66178-992D-462E-B1CC-C977B0E1D9BA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9EF8C-E0EE-4FF7-84EB-C40FAFDB3840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Paprasti tinklalapio elementai gali atrodyti nuobodūs.</a:t>
          </a:r>
        </a:p>
      </dsp:txBody>
      <dsp:txXfrm>
        <a:off x="398656" y="1088253"/>
        <a:ext cx="2959127" cy="1837317"/>
      </dsp:txXfrm>
    </dsp:sp>
    <dsp:sp modelId="{640AF459-68EE-41A8-A5FA-D4F3BADD4983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9A5F9-9190-4ECE-B26E-17EE2BF88263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Sudėtingam dizainui dažnai naudojami papildomi paveikslėliai.</a:t>
          </a:r>
        </a:p>
      </dsp:txBody>
      <dsp:txXfrm>
        <a:off x="4155097" y="1088253"/>
        <a:ext cx="2959127" cy="1837317"/>
      </dsp:txXfrm>
    </dsp:sp>
    <dsp:sp modelId="{29CF28CD-C83C-4A92-98C1-015CA300E37E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36C56-5097-4C2F-BE4A-173C6A7F2A6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Permatomų kraštinių, pasikartojančių raštų ir sudėtingų formų kūrimas gali būti nelengvas.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95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484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9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10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8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996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83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5207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24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3469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89240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251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10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74210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90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25134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0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829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133235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426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373541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1533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9951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935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96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3717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5801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B3B33E8A-50D7-410D-9100-04BE0FE1506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8497F32-287B-4941-BD7E-26105CFF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22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" TargetMode="External"/><Relationship Id="rId2" Type="http://schemas.openxmlformats.org/officeDocument/2006/relationships/hyperlink" Target="https://drive.google.com/file/d/1ajGRB8y9sW1MsGw4B_uoqY8IUM7er_7I/vie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4E2FD-0E37-8A5B-0DF7-EEA032FA0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1803" y="1201002"/>
            <a:ext cx="7208197" cy="2779619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Antras Skyrius – Fonai ir R</a:t>
            </a:r>
            <a:r>
              <a:rPr lang="lt-LT" sz="4800">
                <a:solidFill>
                  <a:srgbClr val="FFFFFF"/>
                </a:solidFill>
              </a:rPr>
              <a:t>ėmeliai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8FF7F-772F-05AC-53B2-6E017F4FB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803" y="4940490"/>
            <a:ext cx="7208197" cy="1265112"/>
          </a:xfrm>
        </p:spPr>
        <p:txBody>
          <a:bodyPr>
            <a:normAutofit/>
          </a:bodyPr>
          <a:lstStyle/>
          <a:p>
            <a:pPr algn="l"/>
            <a:r>
              <a:rPr lang="lt-LT">
                <a:solidFill>
                  <a:srgbClr val="FFFFFF"/>
                </a:solidFill>
                <a:latin typeface="AngsanaUPC" panose="020B0502040204020203" pitchFamily="18" charset="-34"/>
                <a:cs typeface="AngsanaUPC" panose="020B0502040204020203" pitchFamily="18" charset="-34"/>
              </a:rPr>
              <a:t>Eugenijus Izidorius Costa 2026</a:t>
            </a:r>
            <a:endParaRPr lang="en-US">
              <a:solidFill>
                <a:srgbClr val="FFFFFF"/>
              </a:solidFill>
              <a:latin typeface="AngsanaUPC" panose="020B0502040204020203" pitchFamily="18" charset="-34"/>
              <a:cs typeface="Angsana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59171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D3AF-14A1-7BDD-CEAA-29415A53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Turinys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4409A7-9671-0399-BA04-A3150888CE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28625" y="2133600"/>
          <a:ext cx="9942513" cy="4305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183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D260-9EDE-9009-AAFC-2C4C51A6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lt-LT" sz="4000">
                <a:solidFill>
                  <a:srgbClr val="FFFFFF"/>
                </a:solidFill>
              </a:rPr>
              <a:t>Problema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441F8C-0161-E64C-187C-711B572EFC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00050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6945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B62A-06AD-4265-76AD-A7EFCF37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Sprendimas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751AE-2A4A-23FE-64A4-074113A31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700"/>
              </a:spcAft>
            </a:pPr>
            <a:r>
              <a:rPr lang="lt-LT" b="1" dirty="0">
                <a:solidFill>
                  <a:srgbClr val="4ADBCF"/>
                </a:solidFill>
                <a:latin typeface="Aptos"/>
              </a:rPr>
              <a:t>•  </a:t>
            </a:r>
            <a:r>
              <a:rPr lang="lt-LT" dirty="0">
                <a:solidFill>
                  <a:srgbClr val="F4F7FC"/>
                </a:solidFill>
                <a:latin typeface="Aptos"/>
              </a:rPr>
              <a:t>Rinktis standartines CSS galimybes.</a:t>
            </a:r>
          </a:p>
          <a:p>
            <a:pPr>
              <a:spcAft>
                <a:spcPts val="1700"/>
              </a:spcAft>
            </a:pPr>
            <a:r>
              <a:rPr lang="lt-LT" b="1" dirty="0">
                <a:solidFill>
                  <a:srgbClr val="4ADBCF"/>
                </a:solidFill>
                <a:latin typeface="Aptos"/>
              </a:rPr>
              <a:t>•  </a:t>
            </a:r>
            <a:r>
              <a:rPr lang="lt-LT" dirty="0">
                <a:solidFill>
                  <a:srgbClr val="F4F7FC"/>
                </a:solidFill>
                <a:latin typeface="Aptos"/>
              </a:rPr>
              <a:t>Mažinti pasikartojantį kodą ir aiškiai atskirti atsakomybes.</a:t>
            </a:r>
          </a:p>
          <a:p>
            <a:pPr>
              <a:spcAft>
                <a:spcPts val="1700"/>
              </a:spcAft>
            </a:pPr>
            <a:r>
              <a:rPr lang="lt-LT" b="1" dirty="0">
                <a:solidFill>
                  <a:srgbClr val="4ADBCF"/>
                </a:solidFill>
                <a:latin typeface="Aptos"/>
              </a:rPr>
              <a:t>•  </a:t>
            </a:r>
            <a:r>
              <a:rPr lang="lt-LT" dirty="0">
                <a:solidFill>
                  <a:srgbClr val="F4F7FC"/>
                </a:solidFill>
                <a:latin typeface="Aptos"/>
              </a:rPr>
              <a:t>Numatyti naudotojo sąveiką: fokusą, užvedimą, paspaudimą ir animacijų būsenas.</a:t>
            </a:r>
          </a:p>
          <a:p>
            <a:pPr>
              <a:spcAft>
                <a:spcPts val="1700"/>
              </a:spcAft>
            </a:pPr>
            <a:r>
              <a:rPr lang="lt-LT" b="1" dirty="0">
                <a:solidFill>
                  <a:srgbClr val="4ADBCF"/>
                </a:solidFill>
                <a:latin typeface="Aptos"/>
              </a:rPr>
              <a:t>•  </a:t>
            </a:r>
            <a:r>
              <a:rPr lang="lt-LT" dirty="0">
                <a:solidFill>
                  <a:srgbClr val="F4F7FC"/>
                </a:solidFill>
                <a:latin typeface="Aptos"/>
              </a:rPr>
              <a:t>Patikrinti palaikymą naršyklėse ir išlaikyti atsarginį variantą, kai reikia.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757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9EF0-B69F-00A1-1969-393F5D0A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2" y="221227"/>
            <a:ext cx="3676864" cy="395745"/>
          </a:xfrm>
        </p:spPr>
        <p:txBody>
          <a:bodyPr>
            <a:normAutofit/>
          </a:bodyPr>
          <a:lstStyle/>
          <a:p>
            <a:r>
              <a:rPr lang="en-US" sz="2000" b="1" spc="0" dirty="0" err="1">
                <a:solidFill>
                  <a:srgbClr val="0070C0"/>
                </a:solidFill>
              </a:rPr>
              <a:t>Standartin</a:t>
            </a:r>
            <a:r>
              <a:rPr lang="lt-LT" sz="2000" b="1" spc="0" dirty="0">
                <a:solidFill>
                  <a:srgbClr val="0070C0"/>
                </a:solidFill>
              </a:rPr>
              <a:t>ės css galimybės</a:t>
            </a:r>
            <a:endParaRPr lang="en-US" sz="2000" b="1" spc="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60485-7405-B278-36E0-DDBD142AF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17" y="847725"/>
            <a:ext cx="11704533" cy="5591175"/>
          </a:xfrm>
        </p:spPr>
        <p:txBody>
          <a:bodyPr>
            <a:normAutofit/>
          </a:bodyPr>
          <a:lstStyle/>
          <a:p>
            <a:r>
              <a:rPr lang="lt-LT" sz="3200" dirty="0"/>
              <a:t>Juostuotas fonas</a:t>
            </a:r>
            <a:endParaRPr lang="en-US" sz="3200" dirty="0"/>
          </a:p>
          <a:p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25E41-D6CF-A5AB-2675-E45710C3C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17" y="1981200"/>
            <a:ext cx="6838950" cy="3124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8F498-2BB0-B126-6B33-080696981CD2}"/>
              </a:ext>
            </a:extLst>
          </p:cNvPr>
          <p:cNvSpPr txBox="1"/>
          <p:nvPr/>
        </p:nvSpPr>
        <p:spPr>
          <a:xfrm>
            <a:off x="7458074" y="1809750"/>
            <a:ext cx="4867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body</a:t>
            </a:r>
            <a:r>
              <a:rPr lang="en-US" dirty="0"/>
              <a:t> {</a:t>
            </a:r>
          </a:p>
          <a:p>
            <a:r>
              <a:rPr lang="en-US" dirty="0"/>
              <a:t>  background: </a:t>
            </a:r>
            <a:r>
              <a:rPr lang="en-US" dirty="0">
                <a:solidFill>
                  <a:srgbClr val="FFFF00"/>
                </a:solidFill>
              </a:rPr>
              <a:t>repeating-linear-gradient</a:t>
            </a:r>
            <a:r>
              <a:rPr lang="en-US" dirty="0"/>
              <a:t>(</a:t>
            </a:r>
          </a:p>
          <a:p>
            <a:r>
              <a:rPr lang="en-US" dirty="0"/>
              <a:t>    </a:t>
            </a:r>
            <a:r>
              <a:rPr lang="en-US" dirty="0">
                <a:solidFill>
                  <a:srgbClr val="92D050"/>
                </a:solidFill>
              </a:rPr>
              <a:t>45deg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#2b1ea1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#0e0849 </a:t>
            </a:r>
            <a:r>
              <a:rPr lang="en-US" dirty="0">
                <a:solidFill>
                  <a:srgbClr val="92D050"/>
                </a:solidFill>
              </a:rPr>
              <a:t>15%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#0e4dd4 </a:t>
            </a:r>
            <a:r>
              <a:rPr lang="en-US" dirty="0">
                <a:solidFill>
                  <a:srgbClr val="92D050"/>
                </a:solidFill>
              </a:rPr>
              <a:t>20%</a:t>
            </a:r>
          </a:p>
          <a:p>
            <a:r>
              <a:rPr lang="en-US" dirty="0"/>
              <a:t>    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579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068C-F9C9-BC01-581E-76B527A50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717766"/>
            <a:ext cx="2855809" cy="581940"/>
          </a:xfrm>
        </p:spPr>
        <p:txBody>
          <a:bodyPr/>
          <a:lstStyle/>
          <a:p>
            <a:r>
              <a:rPr lang="lt-LT" dirty="0"/>
              <a:t>Spinulinis fonas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1695341-298A-B221-4A08-DD648E36B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8" y="1368209"/>
            <a:ext cx="9689127" cy="47720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E7CAB0F-F2B7-F746-B38F-9E5AB056E779}"/>
              </a:ext>
            </a:extLst>
          </p:cNvPr>
          <p:cNvSpPr txBox="1">
            <a:spLocks/>
          </p:cNvSpPr>
          <p:nvPr/>
        </p:nvSpPr>
        <p:spPr>
          <a:xfrm>
            <a:off x="108372" y="221227"/>
            <a:ext cx="3676864" cy="3957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spc="0">
                <a:solidFill>
                  <a:srgbClr val="0070C0"/>
                </a:solidFill>
              </a:rPr>
              <a:t>Standartin</a:t>
            </a:r>
            <a:r>
              <a:rPr lang="lt-LT" sz="2000" b="1" spc="0">
                <a:solidFill>
                  <a:srgbClr val="0070C0"/>
                </a:solidFill>
              </a:rPr>
              <a:t>ės css galimybės</a:t>
            </a:r>
            <a:endParaRPr lang="en-US" sz="2000" b="1" spc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97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57ED-56BD-666B-00B3-56D698BEA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17" y="695325"/>
            <a:ext cx="9942409" cy="4305300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</a:rPr>
              <a:t>body {</a:t>
            </a:r>
          </a:p>
          <a:p>
            <a:r>
              <a:rPr lang="en-US" sz="3200" dirty="0">
                <a:solidFill>
                  <a:srgbClr val="00B0F0"/>
                </a:solidFill>
              </a:rPr>
              <a:t>  background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FFFF66"/>
                </a:solidFill>
              </a:rPr>
              <a:t>repeating-radial-gradient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(</a:t>
            </a:r>
          </a:p>
          <a:p>
            <a:r>
              <a:rPr lang="en-US" sz="3200" dirty="0"/>
              <a:t>   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circle</a:t>
            </a:r>
            <a:r>
              <a:rPr lang="en-US" sz="3200" dirty="0"/>
              <a:t>,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#2b1ea1</a:t>
            </a:r>
            <a:r>
              <a:rPr lang="en-US" sz="3200" dirty="0"/>
              <a:t>,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#0e0849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92D050"/>
                </a:solidFill>
              </a:rPr>
              <a:t>15%</a:t>
            </a:r>
            <a:r>
              <a:rPr lang="en-US" sz="3200" dirty="0"/>
              <a:t>,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#0e4dd4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92D050"/>
                </a:solidFill>
              </a:rPr>
              <a:t>20%</a:t>
            </a:r>
          </a:p>
          <a:p>
            <a:r>
              <a:rPr lang="en-US" sz="3200" dirty="0"/>
              <a:t>   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en-US" sz="3200" dirty="0"/>
              <a:t>;</a:t>
            </a:r>
          </a:p>
          <a:p>
            <a:r>
              <a:rPr lang="en-US" sz="3200" dirty="0">
                <a:solidFill>
                  <a:srgbClr val="FFC000"/>
                </a:solidFill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91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CCD7-171C-0B00-F590-216C4886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9" y="189967"/>
            <a:ext cx="5029033" cy="404394"/>
          </a:xfrm>
        </p:spPr>
        <p:txBody>
          <a:bodyPr>
            <a:normAutofit fontScale="90000"/>
          </a:bodyPr>
          <a:lstStyle/>
          <a:p>
            <a:r>
              <a:rPr lang="lt-LT" dirty="0">
                <a:solidFill>
                  <a:srgbClr val="0070C0"/>
                </a:solidFill>
              </a:rPr>
              <a:t>Standartinės css galimybės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90D844-104D-4296-C1D5-925651F07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1651"/>
            <a:ext cx="10983248" cy="38546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604709-B434-FD24-263A-00EA00EDB95E}"/>
              </a:ext>
            </a:extLst>
          </p:cNvPr>
          <p:cNvSpPr txBox="1"/>
          <p:nvPr/>
        </p:nvSpPr>
        <p:spPr>
          <a:xfrm>
            <a:off x="329184" y="783062"/>
            <a:ext cx="419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Rėmelis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0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E5B01-9F6D-DC63-B921-4034CE30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15" y="217398"/>
            <a:ext cx="9942409" cy="876193"/>
          </a:xfrm>
        </p:spPr>
        <p:txBody>
          <a:bodyPr/>
          <a:lstStyle/>
          <a:p>
            <a:r>
              <a:rPr lang="en-US" dirty="0" err="1"/>
              <a:t>Pavyzdinis</a:t>
            </a:r>
            <a:r>
              <a:rPr lang="en-US" dirty="0"/>
              <a:t> </a:t>
            </a:r>
            <a:r>
              <a:rPr lang="en-US" dirty="0" err="1"/>
              <a:t>kodas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8FACC-6474-894C-DD5E-C6892CE80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69" y="1276350"/>
            <a:ext cx="9942409" cy="4305300"/>
          </a:xfrm>
        </p:spPr>
        <p:txBody>
          <a:bodyPr/>
          <a:lstStyle/>
          <a:p>
            <a:r>
              <a:rPr lang="en-US" sz="2400" dirty="0">
                <a:solidFill>
                  <a:srgbClr val="FFFF00"/>
                </a:solidFill>
              </a:rPr>
              <a:t>article{</a:t>
            </a:r>
          </a:p>
          <a:p>
            <a:r>
              <a:rPr lang="en-US" sz="2400" dirty="0"/>
              <a:t>                </a:t>
            </a:r>
            <a:r>
              <a:rPr lang="en-US" sz="2400" dirty="0">
                <a:solidFill>
                  <a:srgbClr val="00B0F0"/>
                </a:solidFill>
              </a:rPr>
              <a:t>border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92D050"/>
                </a:solidFill>
              </a:rPr>
              <a:t>10px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solid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FFFF00"/>
                </a:solidFill>
              </a:rPr>
              <a:t>hsla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92D050"/>
                </a:solidFill>
              </a:rPr>
              <a:t>0</a:t>
            </a:r>
            <a:r>
              <a:rPr lang="en-US" sz="2400" dirty="0"/>
              <a:t>,</a:t>
            </a:r>
            <a:r>
              <a:rPr lang="en-US" sz="2400" dirty="0">
                <a:solidFill>
                  <a:srgbClr val="92D050"/>
                </a:solidFill>
              </a:rPr>
              <a:t>0%</a:t>
            </a:r>
            <a:r>
              <a:rPr lang="en-US" sz="2400" dirty="0"/>
              <a:t>,</a:t>
            </a:r>
            <a:r>
              <a:rPr lang="en-US" sz="2400" dirty="0">
                <a:solidFill>
                  <a:srgbClr val="92D050"/>
                </a:solidFill>
              </a:rPr>
              <a:t>100%</a:t>
            </a:r>
            <a:r>
              <a:rPr lang="en-US" sz="2400" dirty="0"/>
              <a:t>,</a:t>
            </a:r>
            <a:r>
              <a:rPr lang="en-US" sz="2400" dirty="0">
                <a:solidFill>
                  <a:srgbClr val="92D050"/>
                </a:solidFill>
              </a:rPr>
              <a:t>.5</a:t>
            </a:r>
            <a:r>
              <a:rPr lang="en-US" sz="2400" dirty="0"/>
              <a:t>);</a:t>
            </a:r>
          </a:p>
          <a:p>
            <a:r>
              <a:rPr lang="en-US" sz="2400" dirty="0">
                <a:solidFill>
                  <a:srgbClr val="00B0F0"/>
                </a:solidFill>
              </a:rPr>
              <a:t>                background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lightblue</a:t>
            </a:r>
            <a:r>
              <a:rPr lang="en-US" sz="2400" dirty="0"/>
              <a:t>;</a:t>
            </a:r>
          </a:p>
          <a:p>
            <a:r>
              <a:rPr lang="en-US" sz="2400" dirty="0">
                <a:solidFill>
                  <a:srgbClr val="00B0F0"/>
                </a:solidFill>
              </a:rPr>
              <a:t>                background-clip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padding-box</a:t>
            </a:r>
            <a:r>
              <a:rPr lang="en-US" sz="2400" dirty="0"/>
              <a:t>;</a:t>
            </a:r>
          </a:p>
          <a:p>
            <a:r>
              <a:rPr lang="en-US" sz="2400" dirty="0"/>
              <a:t>                </a:t>
            </a:r>
            <a:r>
              <a:rPr lang="en-US" sz="2400" dirty="0">
                <a:solidFill>
                  <a:srgbClr val="00B0F0"/>
                </a:solidFill>
              </a:rPr>
              <a:t>padding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92D050"/>
                </a:solidFill>
              </a:rPr>
              <a:t>10px</a:t>
            </a:r>
            <a:r>
              <a:rPr lang="en-US" sz="2400" dirty="0"/>
              <a:t>;</a:t>
            </a:r>
          </a:p>
          <a:p>
            <a:r>
              <a:rPr lang="en-US" sz="2400" dirty="0"/>
              <a:t>            </a:t>
            </a:r>
            <a:r>
              <a:rPr lang="en-US" sz="2400" dirty="0">
                <a:solidFill>
                  <a:srgbClr val="FFFF00"/>
                </a:solidFill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82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0BE2-4446-FA40-690C-2476C42C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242" y="218617"/>
            <a:ext cx="3589234" cy="400965"/>
          </a:xfrm>
        </p:spPr>
        <p:txBody>
          <a:bodyPr>
            <a:normAutofit fontScale="90000"/>
          </a:bodyPr>
          <a:lstStyle/>
          <a:p>
            <a:r>
              <a:rPr lang="en-US" dirty="0"/>
              <a:t>Br</a:t>
            </a:r>
            <a:r>
              <a:rPr lang="lt-LT" dirty="0"/>
              <a:t>ūkšniuotas rėmelis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119570-2AF4-8BAA-8EF1-84FFFB0A4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92" y="1143000"/>
            <a:ext cx="10893016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89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A6D6-7207-4608-205B-F2013A2F7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85775"/>
            <a:ext cx="11328653" cy="5953125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sz="3200" dirty="0">
                <a:solidFill>
                  <a:srgbClr val="FFC000"/>
                </a:solidFill>
              </a:rPr>
              <a:t>article{</a:t>
            </a:r>
          </a:p>
          <a:p>
            <a:r>
              <a:rPr lang="en-US" sz="3200" dirty="0">
                <a:solidFill>
                  <a:srgbClr val="00B0F0"/>
                </a:solidFill>
              </a:rPr>
              <a:t>                border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92D050"/>
                </a:solidFill>
              </a:rPr>
              <a:t>10px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dashed</a:t>
            </a:r>
            <a:r>
              <a:rPr lang="en-US" sz="3200" dirty="0"/>
              <a:t>  </a:t>
            </a:r>
            <a:r>
              <a:rPr lang="en-US" sz="3200" dirty="0" err="1">
                <a:solidFill>
                  <a:srgbClr val="FFFF00"/>
                </a:solidFill>
              </a:rPr>
              <a:t>hsla</a:t>
            </a:r>
            <a:r>
              <a:rPr lang="en-US" sz="3200" dirty="0"/>
              <a:t>(</a:t>
            </a:r>
            <a:r>
              <a:rPr lang="en-US" sz="3200" dirty="0">
                <a:solidFill>
                  <a:srgbClr val="92D050"/>
                </a:solidFill>
              </a:rPr>
              <a:t>199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92D050"/>
                </a:solidFill>
              </a:rPr>
              <a:t>57%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92D050"/>
                </a:solidFill>
              </a:rPr>
              <a:t>45%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92D050"/>
                </a:solidFill>
              </a:rPr>
              <a:t>0.534</a:t>
            </a:r>
            <a:r>
              <a:rPr lang="en-US" sz="3200" dirty="0"/>
              <a:t>);</a:t>
            </a:r>
          </a:p>
          <a:p>
            <a:r>
              <a:rPr lang="en-US" sz="3200" dirty="0"/>
              <a:t>                </a:t>
            </a:r>
            <a:r>
              <a:rPr lang="en-US" sz="3200" dirty="0" err="1">
                <a:solidFill>
                  <a:srgbClr val="00B0F0"/>
                </a:solidFill>
              </a:rPr>
              <a:t>background</a:t>
            </a:r>
            <a:r>
              <a:rPr lang="en-US" sz="3200" dirty="0" err="1"/>
              <a:t>:</a:t>
            </a:r>
            <a:r>
              <a:rPr lang="en-US" sz="3200" dirty="0" err="1">
                <a:solidFill>
                  <a:schemeClr val="accent4">
                    <a:lumMod val="75000"/>
                  </a:schemeClr>
                </a:solidFill>
              </a:rPr>
              <a:t>darkblue</a:t>
            </a:r>
            <a:r>
              <a:rPr lang="en-US" sz="3200" dirty="0"/>
              <a:t>;</a:t>
            </a:r>
          </a:p>
          <a:p>
            <a:r>
              <a:rPr lang="en-US" sz="3200" dirty="0"/>
              <a:t>                </a:t>
            </a:r>
            <a:r>
              <a:rPr lang="en-US" sz="3200" dirty="0" err="1">
                <a:solidFill>
                  <a:srgbClr val="00B0F0"/>
                </a:solidFill>
              </a:rPr>
              <a:t>background-clip</a:t>
            </a:r>
            <a:r>
              <a:rPr lang="en-US" sz="3200" dirty="0" err="1"/>
              <a:t>:</a:t>
            </a:r>
            <a:r>
              <a:rPr lang="en-US" sz="3200" dirty="0" err="1">
                <a:solidFill>
                  <a:schemeClr val="accent4">
                    <a:lumMod val="75000"/>
                  </a:schemeClr>
                </a:solidFill>
              </a:rPr>
              <a:t>padding-box</a:t>
            </a:r>
            <a:r>
              <a:rPr lang="en-US" sz="3200" dirty="0"/>
              <a:t>;</a:t>
            </a:r>
          </a:p>
          <a:p>
            <a:r>
              <a:rPr lang="en-US" sz="3200" dirty="0"/>
              <a:t>                </a:t>
            </a:r>
            <a:r>
              <a:rPr lang="en-US" sz="3200" dirty="0">
                <a:solidFill>
                  <a:srgbClr val="00B0F0"/>
                </a:solidFill>
              </a:rPr>
              <a:t>padding</a:t>
            </a:r>
            <a:r>
              <a:rPr lang="en-US" sz="3200" dirty="0"/>
              <a:t>:</a:t>
            </a:r>
            <a:r>
              <a:rPr lang="en-US" sz="3200" dirty="0">
                <a:solidFill>
                  <a:srgbClr val="92D050"/>
                </a:solidFill>
              </a:rPr>
              <a:t>10px</a:t>
            </a:r>
            <a:r>
              <a:rPr lang="en-US" sz="3200" dirty="0"/>
              <a:t>;</a:t>
            </a:r>
          </a:p>
          <a:p>
            <a:r>
              <a:rPr lang="en-US" sz="3200" dirty="0"/>
              <a:t>            </a:t>
            </a:r>
            <a:r>
              <a:rPr lang="en-US" sz="3200" dirty="0">
                <a:solidFill>
                  <a:srgbClr val="FFC000"/>
                </a:solidFill>
              </a:rPr>
              <a:t>}</a:t>
            </a:r>
          </a:p>
          <a:p>
            <a:r>
              <a:rPr lang="en-US" dirty="0"/>
              <a:t>         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833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CDC2-E7A8-5EF6-9459-A5BB90F7A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63" y="180823"/>
            <a:ext cx="1984081" cy="40439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Animacijos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763B4C-A592-8895-8642-46AAFE224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3" y="1228725"/>
            <a:ext cx="15513378" cy="1971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E45DE-0F28-01EB-B350-B434C99BA0D7}"/>
              </a:ext>
            </a:extLst>
          </p:cNvPr>
          <p:cNvSpPr txBox="1"/>
          <p:nvPr/>
        </p:nvSpPr>
        <p:spPr>
          <a:xfrm>
            <a:off x="707010" y="3638746"/>
            <a:ext cx="990757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button</a:t>
            </a:r>
            <a:r>
              <a:rPr lang="en-US" sz="2800" dirty="0"/>
              <a:t>{</a:t>
            </a:r>
          </a:p>
          <a:p>
            <a:r>
              <a:rPr lang="en-US" sz="2800" dirty="0"/>
              <a:t>    </a:t>
            </a:r>
            <a:r>
              <a:rPr lang="en-US" sz="2800" dirty="0">
                <a:solidFill>
                  <a:srgbClr val="00B0F0"/>
                </a:solidFill>
              </a:rPr>
              <a:t>cursor</a:t>
            </a:r>
            <a:r>
              <a:rPr lang="en-US" sz="2800" dirty="0"/>
              <a:t>: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pointer</a:t>
            </a:r>
            <a:r>
              <a:rPr lang="en-US" sz="2800" dirty="0"/>
              <a:t>;</a:t>
            </a:r>
          </a:p>
          <a:p>
            <a:r>
              <a:rPr lang="en-US" sz="2800" dirty="0"/>
              <a:t>    </a:t>
            </a:r>
            <a:r>
              <a:rPr lang="en-US" sz="2800" dirty="0">
                <a:solidFill>
                  <a:srgbClr val="00B0F0"/>
                </a:solidFill>
              </a:rPr>
              <a:t>transition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92D050"/>
                </a:solidFill>
              </a:rPr>
              <a:t>200ms</a:t>
            </a:r>
            <a:r>
              <a:rPr lang="en-US" sz="2800" dirty="0"/>
              <a:t>  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ease</a:t>
            </a:r>
            <a:r>
              <a:rPr lang="en-US" sz="2800" dirty="0"/>
              <a:t>;</a:t>
            </a:r>
          </a:p>
          <a:p>
            <a:r>
              <a:rPr lang="en-US" sz="28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865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A523-FA9D-94EF-659F-D279FD501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41" y="122910"/>
            <a:ext cx="9942409" cy="876193"/>
          </a:xfrm>
        </p:spPr>
        <p:txBody>
          <a:bodyPr/>
          <a:lstStyle/>
          <a:p>
            <a:r>
              <a:rPr lang="en-US" dirty="0" err="1"/>
              <a:t>Apibendrinimas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0EF7A-8BD8-120F-1D47-50D91DA05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42" y="1751578"/>
            <a:ext cx="9942409" cy="4305300"/>
          </a:xfrm>
        </p:spPr>
        <p:txBody>
          <a:bodyPr/>
          <a:lstStyle/>
          <a:p>
            <a:pPr>
              <a:spcAft>
                <a:spcPts val="2000"/>
              </a:spcAft>
            </a:pPr>
            <a:r>
              <a:rPr lang="lt-LT" sz="2000" b="1" dirty="0">
                <a:solidFill>
                  <a:srgbClr val="4ADBCF"/>
                </a:solidFill>
                <a:latin typeface="Aptos Light" panose="020B0004020202020204" pitchFamily="34" charset="0"/>
              </a:rPr>
              <a:t>•  </a:t>
            </a:r>
            <a:r>
              <a:rPr lang="lt-LT" sz="2000" b="1" dirty="0">
                <a:solidFill>
                  <a:srgbClr val="F4F7FC"/>
                </a:solidFill>
                <a:latin typeface="Aptos Light" panose="020B0004020202020204" pitchFamily="34" charset="0"/>
              </a:rPr>
              <a:t>CSS nėra skirtas tik dekoruoti puslapį, jis sprendžia konkrečias sąsajos problemas</a:t>
            </a:r>
          </a:p>
          <a:p>
            <a:pPr>
              <a:spcAft>
                <a:spcPts val="2000"/>
              </a:spcAft>
            </a:pPr>
            <a:r>
              <a:rPr lang="lt-LT" sz="2000" b="1" dirty="0">
                <a:solidFill>
                  <a:srgbClr val="4ADBCF"/>
                </a:solidFill>
                <a:latin typeface="Aptos Light" panose="020B0004020202020204" pitchFamily="34" charset="0"/>
              </a:rPr>
              <a:t>•  </a:t>
            </a:r>
            <a:r>
              <a:rPr lang="lt-LT" sz="2000" b="1" dirty="0">
                <a:solidFill>
                  <a:srgbClr val="F4F7FC"/>
                </a:solidFill>
                <a:latin typeface="Aptos Light" panose="020B0004020202020204" pitchFamily="34" charset="0"/>
              </a:rPr>
              <a:t>Gerai parinkti efektai pagerina aiškumą ir naudotojo patirtį.</a:t>
            </a:r>
          </a:p>
          <a:p>
            <a:pPr>
              <a:spcAft>
                <a:spcPts val="2000"/>
              </a:spcAft>
            </a:pPr>
            <a:r>
              <a:rPr lang="lt-LT" sz="2000" b="1" dirty="0">
                <a:solidFill>
                  <a:srgbClr val="4ADBCF"/>
                </a:solidFill>
                <a:latin typeface="Aptos Light" panose="020B0004020202020204" pitchFamily="34" charset="0"/>
              </a:rPr>
              <a:t>• </a:t>
            </a:r>
            <a:r>
              <a:rPr lang="lt-LT" sz="2000" b="1" dirty="0">
                <a:latin typeface="Aptos Light" panose="020B0004020202020204" pitchFamily="34" charset="0"/>
              </a:rPr>
              <a:t>Prieš naudojant CSS puslapio kūrime, būtina įvertinti puslapio demografija, naršyklių  bei kodo palaikymą.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083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291C-8D3F-10A7-FA4F-858EFC92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Šaltiniai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CC00-A088-5C36-96A8-D23AAEA23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sz="2400" b="1" dirty="0">
                <a:solidFill>
                  <a:srgbClr val="F4F7FC"/>
                </a:solidFill>
                <a:latin typeface="Aptos"/>
              </a:rPr>
              <a:t>Lea Verou - </a:t>
            </a:r>
            <a:r>
              <a:rPr lang="en-US" sz="2400" b="1" dirty="0">
                <a:solidFill>
                  <a:srgbClr val="F4F7FC"/>
                </a:solidFill>
                <a:latin typeface="Aptos"/>
                <a:hlinkClick r:id="rId2"/>
              </a:rPr>
              <a:t>CSS Secrets: Better Solutions to Everyday Web Design Problems</a:t>
            </a:r>
            <a:endParaRPr lang="lt-LT" sz="2400" b="1" dirty="0">
              <a:solidFill>
                <a:srgbClr val="F4F7FC"/>
              </a:solidFill>
              <a:latin typeface="Aptos"/>
            </a:endParaRPr>
          </a:p>
          <a:p>
            <a:r>
              <a:rPr lang="lt-LT" sz="2400" b="1" dirty="0">
                <a:solidFill>
                  <a:srgbClr val="F4F7FC"/>
                </a:solidFill>
                <a:latin typeface="Aptos"/>
              </a:rPr>
              <a:t>Mozilla </a:t>
            </a:r>
            <a:r>
              <a:rPr lang="lt-LT" sz="2400" b="1" dirty="0">
                <a:solidFill>
                  <a:srgbClr val="F4F7FC"/>
                </a:solidFill>
                <a:latin typeface="Aptos"/>
                <a:hlinkClick r:id="rId3"/>
              </a:rPr>
              <a:t>MDN</a:t>
            </a:r>
            <a:endParaRPr lang="lt-LT" sz="2400" b="1" dirty="0">
              <a:solidFill>
                <a:srgbClr val="F4F7FC"/>
              </a:solidFill>
              <a:latin typeface="Apto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67738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84</TotalTime>
  <Words>298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AngsanaUPC</vt:lpstr>
      <vt:lpstr>Aptos</vt:lpstr>
      <vt:lpstr>Aptos Light</vt:lpstr>
      <vt:lpstr>Arial</vt:lpstr>
      <vt:lpstr>Neue Haas Grotesk Text Pro</vt:lpstr>
      <vt:lpstr>Film Burn</vt:lpstr>
      <vt:lpstr>Antras Skyrius – Fonai ir Rėmeliai</vt:lpstr>
      <vt:lpstr>Turinys</vt:lpstr>
      <vt:lpstr>Problema</vt:lpstr>
      <vt:lpstr>Sprendimas</vt:lpstr>
      <vt:lpstr>Standartinės css galimybės</vt:lpstr>
      <vt:lpstr>Spinulinis fonas</vt:lpstr>
      <vt:lpstr>PowerPoint Presentation</vt:lpstr>
      <vt:lpstr>Standartinės css galimybės</vt:lpstr>
      <vt:lpstr>Pavyzdinis kodas</vt:lpstr>
      <vt:lpstr>Brūkšniuotas rėmelis</vt:lpstr>
      <vt:lpstr>PowerPoint Presentation</vt:lpstr>
      <vt:lpstr>Animacijos</vt:lpstr>
      <vt:lpstr>Apibendrinimas</vt:lpstr>
      <vt:lpstr>Šaltiniai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Eugenijus Izidorius Costa</dc:creator>
  <cp:lastModifiedBy>Eugenijus Izidorius Costa</cp:lastModifiedBy>
  <cp:revision>4</cp:revision>
  <dcterms:created xsi:type="dcterms:W3CDTF">2026-10-10T09:54:05Z</dcterms:created>
  <dcterms:modified xsi:type="dcterms:W3CDTF">2026-10-18T10:25:44Z</dcterms:modified>
</cp:coreProperties>
</file>